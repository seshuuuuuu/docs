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0" r:id="rId5"/>
    <p:sldId id="258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5D0E-7230-42B1-87BC-379BD9AA3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6BDE-0DD1-4D9D-BDAE-212599728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32AA6-508B-4EE1-994D-7EC4247F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BBA40-7C35-47D4-B2B6-A66597F2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92FA-90BA-46C1-9AEA-0FF54A3C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5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6944-638A-4F8F-8B05-8EB80D52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E294D-6227-4837-A7C5-150AFE257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CE1ED-476D-4A03-96DA-F4CD30CD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9DEEB-7634-48D0-9AAA-34287B69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12FCC-E320-4790-847E-3C4B3978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7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67C3-1DD4-42D8-8D25-B113BAB6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1D03F-1937-4B11-8FB7-C3076C073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E2AA-FE50-4E2F-ABC4-E63B3F47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962A-6C5F-46C2-AB14-7A7C19EA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B3DB-2D85-41E8-B4A6-0D1D63F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5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578AE-DB42-4336-A380-C489CC74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CEE7-A01D-4A36-9B4C-9FF3BEB98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9CE27-7982-4DB1-8B6E-E1EDA91C4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47525-DB8D-4D0A-9253-5542E521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097DC-DD5C-463D-A51F-7BF53818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6BF73-2835-4A7A-B5D3-A2272913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1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5BF8-A7B4-4CAA-915D-54F0D4A9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5CBAD-34EC-4FA2-BCB5-5BD97E52D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98B21-1E80-45D6-9100-21742F6A2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E04E8-0695-477F-8599-4992A8979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2CCA-CA99-4D3B-BA3B-002E8706B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C941B-EEAE-4922-9437-32B62273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708E8-4DB5-41A5-9295-6DF38027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CDCAE-C794-4E28-8823-A70E3735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2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020A-EFDC-4CC0-B36E-5EA73D20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62A67-DDF7-492B-A737-F5EB3797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1DFEA-EC34-4CA7-B1B4-AB5BFA4A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1816-3C65-44A8-8F65-B26B8CD9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2803B-B7A8-4D5B-B158-2681C118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758DD-CE2F-44B0-875F-56C0A45D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C0B12-BCB0-4F43-A288-79FA13D3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9B7A-A7E2-4FFC-9999-A652F545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C8D52-6506-4434-9CC1-45E2DEA51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A27DB-1D18-446A-91EB-FB93B91E9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702A0-6C27-4D21-813F-07778BA0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96A74-AEF7-4694-B7A2-24D11156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BF95B-EEFC-40E0-870B-A86B36E3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8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E6E6-25F0-4DE9-BAE4-9C6CB104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89967-6865-4667-BC92-5EA81BD80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51967-0C45-4E07-AC0C-1D9515DA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DA9E0-766E-4C96-8EFF-C06632E6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43532-CC3A-48C3-9EBF-859021E5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4E220-4BF9-41FB-B0DB-F3430A3E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2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C573-A46B-465F-8D2D-1B39995B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9485B-E124-4B80-B416-DDD6EC631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DF175-FC38-42E7-BB0A-771DAA96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E8E02-FCDE-4F25-B0CB-87E3FC90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DB40-DA25-407E-AF75-F212357D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2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90744-4063-469B-BDE2-D974721E4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E6786-4E11-482E-88AF-0F3708974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D4705-8F53-4A04-81E3-2CC30E69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DE499-434F-4B03-80AA-3E847FD8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67FC1-5012-4D44-9BDE-A1A0FFBC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8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7FAF2-82F6-4A37-8F5D-37587199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2A871-8DD3-4180-A150-0448BCF45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87D7-F6D0-4964-AB4D-67F3CC647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B1710-1FB1-4DB8-93DC-46FEBF367DA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369E1-B1C4-48E8-85A3-5AB824EB0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27642-9023-48DD-8F29-52B6A7451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4C90E-9B5E-4391-9328-84D9D0C51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2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8D787CF-DD5F-45B6-B5BA-A41C92167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CD447-410C-4E5A-B34C-22866FFC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" y="34905"/>
            <a:ext cx="12191999" cy="682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2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1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EA7E28-E882-4D85-94D9-FED78081A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F2B08D-412C-49E5-966F-D0053125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30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0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689DC8-9312-40DD-AED2-939D6303D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9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FA1BED-829C-4D02-A85D-5F657852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54"/>
            <a:ext cx="12182849" cy="686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5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CBD0F-8D78-4701-AF12-6E7138DC7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187"/>
            <a:ext cx="12192000" cy="68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7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86AAFF-7A53-4A45-B985-4AB523454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180"/>
            <a:ext cx="12192000" cy="690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3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CA83E-A8E2-4E65-AE1B-10CFD6A5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68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</dc:creator>
  <cp:lastModifiedBy>we</cp:lastModifiedBy>
  <cp:revision>5</cp:revision>
  <dcterms:created xsi:type="dcterms:W3CDTF">2026-04-15T14:28:32Z</dcterms:created>
  <dcterms:modified xsi:type="dcterms:W3CDTF">2026-04-15T15:10:06Z</dcterms:modified>
</cp:coreProperties>
</file>